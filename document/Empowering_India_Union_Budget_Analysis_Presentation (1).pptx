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Empowering India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Analysing the Revelation of the Union Budget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Union Budget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Annual financial statement of the Government of India</a:t>
            </a:r>
          </a:p>
          <a:p>
            <a:r>
              <a:t>• Presented by the Finance Minister</a:t>
            </a:r>
          </a:p>
          <a:p>
            <a:r>
              <a:t>• Outlines revenue, expenditure and policy priorities</a:t>
            </a:r>
          </a:p>
          <a:p>
            <a:r>
              <a:t>• Acts as a roadmap for national development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Economic growth and stability</a:t>
            </a:r>
          </a:p>
          <a:p>
            <a:r>
              <a:t>• Poverty reduction and social justice</a:t>
            </a:r>
          </a:p>
          <a:p>
            <a:r>
              <a:t>• Infrastructure development</a:t>
            </a:r>
          </a:p>
          <a:p>
            <a:r>
              <a:t>• Employment generation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Infrastructure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Increased capital expenditure</a:t>
            </a:r>
          </a:p>
          <a:p>
            <a:r>
              <a:t>• Development of roads, railways, airports</a:t>
            </a:r>
          </a:p>
          <a:p>
            <a:r>
              <a:t>• Boost to logistics and connectivity</a:t>
            </a:r>
          </a:p>
          <a:p>
            <a:r>
              <a:t>• Job creation opportunities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Agriculture &amp; Rural Focus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Financial support for farmers</a:t>
            </a:r>
          </a:p>
          <a:p>
            <a:r>
              <a:t>• Subsidies and irrigation schemes</a:t>
            </a:r>
          </a:p>
          <a:p>
            <a:r>
              <a:t>• Rural housing and welfare programs</a:t>
            </a:r>
          </a:p>
          <a:p>
            <a:r>
              <a:t>• Strengthening rural economy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Tax Reforms &amp; Financial Policies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Simplified tax structure</a:t>
            </a:r>
          </a:p>
          <a:p>
            <a:r>
              <a:t>• Relief for middle-class taxpayers</a:t>
            </a:r>
          </a:p>
          <a:p>
            <a:r>
              <a:t>• Encouragement for savings &amp; investments</a:t>
            </a:r>
          </a:p>
          <a:p>
            <a:r>
              <a:t>• Improved compliance system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Social Welfare Initiatives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Increased spending on healthcare</a:t>
            </a:r>
          </a:p>
          <a:p>
            <a:r>
              <a:t>• Investment in education</a:t>
            </a:r>
          </a:p>
          <a:p>
            <a:r>
              <a:t>• Women empowerment schemes</a:t>
            </a:r>
          </a:p>
          <a:p>
            <a:r>
              <a:t>• Support for weaker sections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Digital India &amp; Innovation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Expansion of digital infrastructure</a:t>
            </a:r>
          </a:p>
          <a:p>
            <a:r>
              <a:t>• Promotion of startups</a:t>
            </a:r>
          </a:p>
          <a:p>
            <a:r>
              <a:t>• Support for technology &amp; research</a:t>
            </a:r>
          </a:p>
          <a:p>
            <a:r>
              <a:t>• Growth of digital economy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Impact on Economy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Increased GDP growth potential</a:t>
            </a:r>
          </a:p>
          <a:p>
            <a:r>
              <a:t>• Better employment opportunities</a:t>
            </a:r>
          </a:p>
          <a:p>
            <a:r>
              <a:t>• Improved standard of living</a:t>
            </a:r>
          </a:p>
          <a:p>
            <a:r>
              <a:t>• Stronger and self-reliant nation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The Union Budget is a powerful tool for empowerment</a:t>
            </a:r>
          </a:p>
          <a:p>
            <a:r>
              <a:t>• Balances growth with social welfare</a:t>
            </a:r>
          </a:p>
          <a:p>
            <a:r>
              <a:t>• Encourages inclusive and sustainable development</a:t>
            </a:r>
          </a:p>
          <a:p>
            <a:r>
              <a:t>• Aims to build a stronger India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